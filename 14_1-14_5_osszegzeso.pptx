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5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14. Automatizálás és API-k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14.1 Automatizálás áttekintése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 automatizálás célja az ismétlődő feladatok gépesítése.</a:t>
            </a:r>
          </a:p>
          <a:p>
            <a:r>
              <a:t>Csökkenti az emberi hibákat.</a:t>
            </a:r>
          </a:p>
          <a:p>
            <a:r>
              <a:t>Gyorsabb és hatékonyabb működést biztosít.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14.2 Adatformátumok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 adatformátum meghatározza az adatok szerkezetét.</a:t>
            </a:r>
          </a:p>
          <a:p>
            <a:r>
              <a:t>Segíti a rendszerek közötti adatcserét.</a:t>
            </a:r>
          </a:p>
          <a:p>
            <a:r>
              <a:t>Gyakori formátumok: JSON, XML, YAML.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14.3 API-k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 API alkalmazások közötti kommunikációt tesz lehetővé.</a:t>
            </a:r>
          </a:p>
          <a:p>
            <a:r>
              <a:t>Meghatározza a kérés és válasz formáját.</a:t>
            </a:r>
          </a:p>
          <a:p>
            <a:r>
              <a:t>Gyakran adatformátumokkal együtt használjuk.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14.4 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REST egy API-tervezési elv.</a:t>
            </a:r>
          </a:p>
          <a:p>
            <a:r>
              <a:t>HTTP metódusokat használ: GET, POST, PUT, DELETE.</a:t>
            </a:r>
          </a:p>
          <a:p>
            <a:r>
              <a:t>Leggyakrabban JSON formátummal működik.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14.5 Konfigurációkezelő eszközök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Automatikus rendszerbeállítást tesznek lehetővé.</a:t>
            </a:r>
          </a:p>
          <a:p>
            <a:r>
              <a:t>Biztosítják az egységes konfigurációt.</a:t>
            </a:r>
          </a:p>
          <a:p>
            <a:r>
              <a:t>Példák: Ansible, Puppet, Chef.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Diavetítés a képernyőre (4:3 oldalarány)</PresentationFormat>
  <Paragraphs>21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14. Automatizálás és API-k</vt:lpstr>
      <vt:lpstr>14.1 Automatizálás áttekintése</vt:lpstr>
      <vt:lpstr>14.2 Adatformátumok</vt:lpstr>
      <vt:lpstr>14.3 API-k</vt:lpstr>
      <vt:lpstr>14.4 REST</vt:lpstr>
      <vt:lpstr>14.5 Konfigurációkezelő eszközök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14. Automatizálás és API-k</dc:title>
  <dc:subject/>
  <dc:creator/>
  <cp:keywords/>
  <dc:description>generated using python-pptx</dc:description>
  <cp:lastModifiedBy>Vizsgazo</cp:lastModifiedBy>
  <cp:revision>2</cp:revision>
  <dcterms:created xsi:type="dcterms:W3CDTF">2013-01-27T09:14:16Z</dcterms:created>
  <dcterms:modified xsi:type="dcterms:W3CDTF">2026-01-06T12:43:52Z</dcterms:modified>
  <cp:category/>
</cp:coreProperties>
</file>